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We are Team KIDO. KIDO is a safe, AI-powered learning ecosystem for children under 15 — and it is already live and deployed. Today we'll cover the problem, our solution, the agentic AI that powers it, safety, and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Pakistan's education system struggles with personalization, engagement, feedback speed, and child safety online. Existing apps are foreign-made and not parent-centric. These five gaps are exactly what KIDO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KIDO is multi-layered. Five pillars: adaptive AI, gamification, parent control, teacher tools, and our agentic AI. Each directly answers a problem from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features cover learning, tutoring, play, video, safe social, and analytics — a complete ecosystem, not a single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most distinguishing feature. Agents observe the child's state, analyze, decide, act, and learn from outcomes — and we have specialized agents for learning, engagement, safety, behavior, parent insights, and moderation.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clean layered architecture: presentation, API gateway, business logic, AI engine, and data. Each layer is independently scalable and feeds the continuous learning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Industry-standard stack: cross-platform frontend, REST backend, PostgreSQL plus Redis, JWT auth, and an LLM-plus-ML AI layer — all containerized and deployed with CI/CD.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is built-in, not bolted on. Verifiable parental consent, age-gating, content moderation, data minimization, COPPA alignment, and strict role-based access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Crucially, KIDO is not a mockup — it is deployed and working. We will now switch to the live site and show the child dashboard, AI tutor, a quiz, the video library, and the parent approval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followed an Agile 8-week cycle from problem formulation to deployment, with continuous integration and clear weekly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members. Farhan led AI and architecture; Zubair built the UI; Syed handled research and documentation; Saboor owned testing, QA and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KIDO's impact: personalized, engaging, safe learning with real oversight — and a genuine startup opportunity in the regional EdTech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KIDO synthesizes everything into one safe, intelligent, deployed product. Our closing message: it is not just a project — it is a deployable EdTech product for every child. Thank you — we'll take your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6C63F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22D3EE">
              <a:alpha val="30000"/>
            </a:srgbClr>
          </a:solidFill>
          <a:ln/>
        </p:spPr>
      </p:sp>
      <p:pic>
        <p:nvPicPr>
          <p:cNvPr id="4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9144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37744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0" y="3383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C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Safe, Agentic AI Learning Ecosystem for Children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&amp; Business Writing — Final Presentation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937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A9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CSC-4101 Artificial Intelligence  ·  BSCS-6D  ·  SZABIST University, Karachi
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Team: Farhan (Lead) · Zubair Khan · Syed Muhammad Asghar · Chaudhary Saboor Munir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Live: kido-orcin.vercel.app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— Pakistan's Learning Gap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98448" y="1097280"/>
            <a:ext cx="18288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64922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One-size-fits-all curriculum ignores each child's pace &amp; strengths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engagement → boredom, short attention, high dropout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real-time feedback — students wait days for correction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risks — inappropriate content, cyberbullying, unmonitored social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unified progress view for parents and teachers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46304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0EFFF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0" y="14630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69680" y="14630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digital tools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2542032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0EFFF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254203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69680" y="254203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engagement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6640" y="3621024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0E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0" y="3621024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9680" y="3621024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Dropout factor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06640" y="4700016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0E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4700016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869680" y="4700016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real-time feedback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 · CSC-4101 Artificial Intelligence · SZABIST University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 — KIDO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98448" y="1097280"/>
            <a:ext cx="18288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safe platform combining adaptive learning, gamification, parental oversight, teacher tools, and autonomous AI agents.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2103120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🎯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AI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4069080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tunes difficulty &amp; content in real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98064" y="21031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98064" y="2103120"/>
            <a:ext cx="2103120" cy="109728"/>
          </a:xfrm>
          <a:prstGeom prst="rect">
            <a:avLst/>
          </a:prstGeom>
          <a:solidFill>
            <a:srgbClr val="3F3D9E"/>
          </a:solidFill>
          <a:ln/>
        </p:spPr>
      </p:sp>
      <p:sp>
        <p:nvSpPr>
          <p:cNvPr id="14" name="Text 12"/>
          <p:cNvSpPr/>
          <p:nvPr/>
        </p:nvSpPr>
        <p:spPr>
          <a:xfrm>
            <a:off x="2798064" y="24231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🏆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2889504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3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Gamification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62656" y="4069080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XP, levels, badges, streaks &amp; leaderboards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47488" y="21031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47488" y="2103120"/>
            <a:ext cx="2103120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47488" y="24231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🛡️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5138928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Control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4069080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Consent, screen-time &amp; content oversight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96912" y="21031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2103120"/>
            <a:ext cx="2103120" cy="109728"/>
          </a:xfrm>
          <a:prstGeom prst="rect">
            <a:avLst/>
          </a:prstGeom>
          <a:solidFill>
            <a:srgbClr val="3F3D9E"/>
          </a:solidFill>
          <a:ln/>
        </p:spPr>
      </p:sp>
      <p:sp>
        <p:nvSpPr>
          <p:cNvPr id="24" name="Text 22"/>
          <p:cNvSpPr/>
          <p:nvPr/>
        </p:nvSpPr>
        <p:spPr>
          <a:xfrm>
            <a:off x="7296912" y="24231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👩‍🏫</a:t>
            </a:r>
            <a:endParaRPr lang="en-US" sz="4600" dirty="0"/>
          </a:p>
        </p:txBody>
      </p:sp>
      <p:sp>
        <p:nvSpPr>
          <p:cNvPr id="25" name="Text 23"/>
          <p:cNvSpPr/>
          <p:nvPr/>
        </p:nvSpPr>
        <p:spPr>
          <a:xfrm>
            <a:off x="7388352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3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Tools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61504" y="4069080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Classrooms, lessons &amp; progress tracking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46336" y="21031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46336" y="2103120"/>
            <a:ext cx="2103120" cy="10972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Text 27"/>
          <p:cNvSpPr/>
          <p:nvPr/>
        </p:nvSpPr>
        <p:spPr>
          <a:xfrm>
            <a:off x="9546336" y="24231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🤖</a:t>
            </a:r>
            <a:endParaRPr lang="en-US" sz="4600" dirty="0"/>
          </a:p>
        </p:txBody>
      </p:sp>
      <p:sp>
        <p:nvSpPr>
          <p:cNvPr id="30" name="Text 28"/>
          <p:cNvSpPr/>
          <p:nvPr/>
        </p:nvSpPr>
        <p:spPr>
          <a:xfrm>
            <a:off x="9637776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10928" y="4069080"/>
            <a:ext cx="17739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agents: observe → act → learn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 · CSC-4101 Artificial Intelligence · SZABIST University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98448" y="1097280"/>
            <a:ext cx="18288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08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73152" cy="15544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00200"/>
            <a:ext cx="32369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Adaptive Quizzes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AI-generated; difficulty scales with score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508760"/>
            <a:ext cx="73152" cy="1554480"/>
          </a:xfrm>
          <a:prstGeom prst="rect">
            <a:avLst/>
          </a:prstGeom>
          <a:solidFill>
            <a:srgbClr val="3F3D9E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600200"/>
            <a:ext cx="32369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F3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AI Tutor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Multi-session, step-by-step, age-tuned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508760"/>
            <a:ext cx="73152" cy="15544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47888" y="1600200"/>
            <a:ext cx="32369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🎮 AI Games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Word, story &amp; math challenges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91840"/>
            <a:ext cx="73152" cy="1554480"/>
          </a:xfrm>
          <a:prstGeom prst="rect">
            <a:avLst/>
          </a:prstGeom>
          <a:solidFill>
            <a:srgbClr val="3F3D9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383280"/>
            <a:ext cx="32369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F3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▶️ Safe Video Library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Age-gated, searchable, parent-safe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297680" y="32918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3291840"/>
            <a:ext cx="73152" cy="15544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Text 18"/>
          <p:cNvSpPr/>
          <p:nvPr/>
        </p:nvSpPr>
        <p:spPr>
          <a:xfrm>
            <a:off x="4498848" y="3383280"/>
            <a:ext cx="32369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Approved Friends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only after parent consent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46720" y="32918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291840"/>
            <a:ext cx="73152" cy="1554480"/>
          </a:xfrm>
          <a:prstGeom prst="rect">
            <a:avLst/>
          </a:prstGeom>
          <a:solidFill>
            <a:srgbClr val="3F3D9E"/>
          </a:solidFill>
          <a:ln/>
        </p:spPr>
      </p:sp>
      <p:sp>
        <p:nvSpPr>
          <p:cNvPr id="23" name="Text 21"/>
          <p:cNvSpPr/>
          <p:nvPr/>
        </p:nvSpPr>
        <p:spPr>
          <a:xfrm>
            <a:off x="8247888" y="3383280"/>
            <a:ext cx="32369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F3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Progress Dashboards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for kids, parents &amp; teachers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 · CSC-4101 Artificial Intelligence · SZABIST University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System (Multi-Agent Workflow)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98448" y="1097280"/>
            <a:ext cx="18288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Unlike rule-based engines, KIDO's agents run a true reasoning loop: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33472" y="178308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26080" y="178308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7830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19472" y="178308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212080" y="178308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7830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05472" y="178308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98080" y="178308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17830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91472" y="178308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784080" y="178308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9784080" y="17830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880360"/>
            <a:ext cx="73152" cy="12801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2971800"/>
            <a:ext cx="3236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Agent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mastery, builds learning paths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297680" y="28803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2880360"/>
            <a:ext cx="73152" cy="1280160"/>
          </a:xfrm>
          <a:prstGeom prst="rect">
            <a:avLst/>
          </a:prstGeom>
          <a:solidFill>
            <a:srgbClr val="3F3D9E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2971800"/>
            <a:ext cx="3236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F3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Engagement Agent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 boredom, switches format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046720" y="28803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2880360"/>
            <a:ext cx="73152" cy="12801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Text 27"/>
          <p:cNvSpPr/>
          <p:nvPr/>
        </p:nvSpPr>
        <p:spPr>
          <a:xfrm>
            <a:off x="8247888" y="2971800"/>
            <a:ext cx="3236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Agent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 messages &amp; social patterns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343400"/>
            <a:ext cx="73152" cy="1280160"/>
          </a:xfrm>
          <a:prstGeom prst="rect">
            <a:avLst/>
          </a:prstGeom>
          <a:solidFill>
            <a:srgbClr val="3F3D9E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4434840"/>
            <a:ext cx="3236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F3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Behavior Analyst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 burnout &amp; mood trends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297680" y="434340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4343400"/>
            <a:ext cx="73152" cy="128016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5" name="Text 33"/>
          <p:cNvSpPr/>
          <p:nvPr/>
        </p:nvSpPr>
        <p:spPr>
          <a:xfrm>
            <a:off x="4498848" y="4434840"/>
            <a:ext cx="3236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Assistant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insights &amp; smart alerts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046720" y="434340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4343400"/>
            <a:ext cx="73152" cy="1280160"/>
          </a:xfrm>
          <a:prstGeom prst="rect">
            <a:avLst/>
          </a:prstGeom>
          <a:solidFill>
            <a:srgbClr val="3F3D9E"/>
          </a:solidFill>
          <a:ln/>
        </p:spPr>
      </p:sp>
      <p:sp>
        <p:nvSpPr>
          <p:cNvPr id="38" name="Text 36"/>
          <p:cNvSpPr/>
          <p:nvPr/>
        </p:nvSpPr>
        <p:spPr>
          <a:xfrm>
            <a:off x="8247888" y="4434840"/>
            <a:ext cx="3236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F3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Moderation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Scans content before it reaches a child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 · CSC-4101 Artificial Intelligence · SZABIST University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98448" y="1097280"/>
            <a:ext cx="18288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3F3D9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1417320"/>
            <a:ext cx="8503920" cy="822960"/>
          </a:xfrm>
          <a:prstGeom prst="roundRect">
            <a:avLst>
              <a:gd name="adj" fmla="val 6667"/>
            </a:avLst>
          </a:prstGeom>
          <a:solidFill>
            <a:srgbClr val="F0EFFF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 · Child · Parent · Teacher portals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3F3D9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08960" y="2377440"/>
            <a:ext cx="8503920" cy="822960"/>
          </a:xfrm>
          <a:prstGeom prst="roundRect">
            <a:avLst>
              <a:gd name="adj" fmla="val 6667"/>
            </a:avLst>
          </a:prstGeom>
          <a:solidFill>
            <a:srgbClr val="F0E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APIs · JWT Auth · Rate Limiting · WebSocket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3F3D9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37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Logic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08960" y="3337560"/>
            <a:ext cx="8503920" cy="822960"/>
          </a:xfrm>
          <a:prstGeom prst="roundRect">
            <a:avLst>
              <a:gd name="adj" fmla="val 6667"/>
            </a:avLst>
          </a:prstGeom>
          <a:solidFill>
            <a:srgbClr val="F0E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3337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 · Streak · Social · Content services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3F3D9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97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08960" y="4297680"/>
            <a:ext cx="8503920" cy="822960"/>
          </a:xfrm>
          <a:prstGeom prst="roundRect">
            <a:avLst>
              <a:gd name="adj" fmla="val 6667"/>
            </a:avLst>
          </a:prstGeom>
          <a:solidFill>
            <a:srgbClr val="F0E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Personalization · Behavior · Safety · Reports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3F3D9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257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108960" y="5257800"/>
            <a:ext cx="8503920" cy="822960"/>
          </a:xfrm>
          <a:prstGeom prst="roundRect">
            <a:avLst>
              <a:gd name="adj" fmla="val 6667"/>
            </a:avLst>
          </a:prstGeom>
          <a:solidFill>
            <a:srgbClr val="F0E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5257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· Redis Cache · File Storage · Event Log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 · CSC-4101 Artificial Intelligence · SZABIST University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98448" y="1097280"/>
            <a:ext cx="1828800" cy="45720"/>
          </a:xfrm>
          <a:prstGeom prst="rect">
            <a:avLst/>
          </a:prstGeom>
          <a:solidFill>
            <a:srgbClr val="FFD70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4846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D9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D9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D9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Flutter / Web (Next.js)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Cross-platform app + responsive web/PWA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 API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Async APIs, auth, business logic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+ Redis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Relational data + real-time caching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 + Bcrypt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Role-based: parent/child/teacher/admin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/ ML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LLM + Scikit-learn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Tutor, quizzes, agents, personalization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Deployment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Docker · Vercel / Render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Containerized CI/CD + installable APK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 · CSC-4101 Artificial Intelligence · SZABIST University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Safety, Privacy &amp; Compliance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98448" y="1097280"/>
            <a:ext cx="18288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08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73152" cy="15544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00200"/>
            <a:ext cx="32369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Parental Consent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Friends &amp; classrooms activate only after a parent approves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50876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600200"/>
            <a:ext cx="32369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🎚️ Age-Gated Content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child sees only age-appropriate material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508760"/>
            <a:ext cx="73152" cy="15544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47888" y="1600200"/>
            <a:ext cx="32369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🧹 Content Moderation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 &amp; content screened for unsafe language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9184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383280"/>
            <a:ext cx="32369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Data Minimization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learning data stored · no ads · no trackers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297680" y="32918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3291840"/>
            <a:ext cx="73152" cy="15544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Text 18"/>
          <p:cNvSpPr/>
          <p:nvPr/>
        </p:nvSpPr>
        <p:spPr>
          <a:xfrm>
            <a:off x="4498848" y="3383280"/>
            <a:ext cx="32369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COPPA-Aligned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Privacy-by-design for under-15 users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46720" y="32918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291840"/>
            <a:ext cx="73152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247888" y="3383280"/>
            <a:ext cx="32369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Role-Based Access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guard blocks cross-account data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 · CSC-4101 Artificial Intelligence · SZABIST University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Product &amp; Demo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98448" y="1097280"/>
            <a:ext cx="18288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at kido-orcin.vercel.app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Installable PWA + signed Android APK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AI tutor, quizzes, games &amp; videos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· teacher · child experiences</a:t>
            </a:r>
            <a:endParaRPr lang="en-US" sz="1500" dirty="0"/>
          </a:p>
        </p:txBody>
      </p:sp>
      <p:pic>
        <p:nvPicPr>
          <p:cNvPr id="7" name="Image 0" descr="docs/screenshots/kid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17320"/>
            <a:ext cx="694944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5349240"/>
            <a:ext cx="6949440" cy="18288"/>
          </a:xfrm>
          <a:prstGeom prst="rect">
            <a:avLst/>
          </a:prstGeom>
          <a:solidFill>
            <a:srgbClr val="D8D4FF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53949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Child dashboard (live) — XP, subjects, and a parent-pending friend request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 · CSC-4101 Artificial Intelligence · SZABIST University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 &amp; Timeline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98448" y="1097280"/>
            <a:ext cx="18288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Agile, iterative 8-week build with continuous deployment &amp; atomic commits.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73152" cy="15544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2024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W1 Problem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PEAS · state/action/goal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64992" y="1828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1828800"/>
            <a:ext cx="73152" cy="1554480"/>
          </a:xfrm>
          <a:prstGeom prst="rect">
            <a:avLst/>
          </a:prstGeom>
          <a:solidFill>
            <a:srgbClr val="3F3D9E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92024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F3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W2 Research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Child-safety (COPPA) · context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81344" y="1828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828800"/>
            <a:ext cx="73152" cy="15544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192024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W3 Architecture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workflow · data model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97696" y="18288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97696" y="1828800"/>
            <a:ext cx="73152" cy="1554480"/>
          </a:xfrm>
          <a:prstGeom prst="rect">
            <a:avLst/>
          </a:prstGeom>
          <a:solidFill>
            <a:srgbClr val="3F3D9E"/>
          </a:solidFill>
          <a:ln/>
        </p:spPr>
      </p:sp>
      <p:sp>
        <p:nvSpPr>
          <p:cNvPr id="18" name="Text 16"/>
          <p:cNvSpPr/>
          <p:nvPr/>
        </p:nvSpPr>
        <p:spPr>
          <a:xfrm>
            <a:off x="9198864" y="192024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F3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W4 Backend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· APIs · auth guard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611880"/>
            <a:ext cx="73152" cy="15544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70332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W5 AI Integration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 · quizzes · agent pipeline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364992" y="36118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64992" y="3611880"/>
            <a:ext cx="73152" cy="1554480"/>
          </a:xfrm>
          <a:prstGeom prst="rect">
            <a:avLst/>
          </a:prstGeom>
          <a:solidFill>
            <a:srgbClr val="3F3D9E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370332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F3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W6 Safety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· age-gating · isolation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81344" y="36118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1344" y="3611880"/>
            <a:ext cx="73152" cy="15544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370332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W7 Testing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Adversarial &amp; access-control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997696" y="36118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97696" y="3611880"/>
            <a:ext cx="73152" cy="1554480"/>
          </a:xfrm>
          <a:prstGeom prst="rect">
            <a:avLst/>
          </a:prstGeom>
          <a:solidFill>
            <a:srgbClr val="3F3D9E"/>
          </a:solidFill>
          <a:ln/>
        </p:spPr>
      </p:sp>
      <p:sp>
        <p:nvSpPr>
          <p:cNvPr id="30" name="Text 28"/>
          <p:cNvSpPr/>
          <p:nvPr/>
        </p:nvSpPr>
        <p:spPr>
          <a:xfrm>
            <a:off x="9198864" y="3703320"/>
            <a:ext cx="232257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F3D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W8 Submission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· PWA/APK · report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 · CSC-4101 Artificial Intelligence · SZABIST University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&amp; Contributions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98448" y="1097280"/>
            <a:ext cx="18288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👑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3736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Farhan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37360" y="2240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Lead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737360" y="26060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architecture, agentic system, backend &amp; system design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🎨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36092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Zubair Khan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60920" y="2240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UI/UX &amp; Frontend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60920" y="26060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system, screens, animations, dashboards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📑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4069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Syed Muhammad Asghar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37360" y="4480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737360" y="48463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Research, technical report &amp; presentation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37947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0EFFF"/>
          </a:solidFill>
          <a:ln w="12700">
            <a:solidFill>
              <a:srgbClr val="E3E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977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🧪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360920" y="4069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Chaudhary Saboor Munir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60920" y="4480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&amp; QA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60920" y="48463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Unit/integration testing, QA, deployment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 · CSC-4101 Artificial Intelligence · SZABIST University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&amp; Why It Matters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98448" y="1097280"/>
            <a:ext cx="18288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Closes the personalization gap with real-time adaptive learning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Boosts engagement via game mechanics → better retention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 children safe with parent-gated social &amp; moderation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Empowers parents &amp; teachers with actionable AI insights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scalable EdTech startup concept for Pakistan &amp; South Asia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 · CSC-4101 Artificial Intelligence · SZABIST University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98448" y="1097280"/>
            <a:ext cx="18288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 unifies adaptive learning, gamification, parental safety, and autonomous AI into one deployed product. It directly answers Pakistan's personalization, engagement, feedback, and safety gaps — and proves an agentic AI system can be both powerful and provably safe for children.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2651760" cy="731520"/>
          </a:xfrm>
          <a:prstGeom prst="roundRect">
            <a:avLst>
              <a:gd name="adj" fmla="val 50000"/>
            </a:avLst>
          </a:prstGeom>
          <a:solidFill>
            <a:srgbClr val="F0EF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63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Personalized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64992" y="3063240"/>
            <a:ext cx="2651760" cy="731520"/>
          </a:xfrm>
          <a:prstGeom prst="roundRect">
            <a:avLst>
              <a:gd name="adj" fmla="val 50000"/>
            </a:avLst>
          </a:prstGeom>
          <a:solidFill>
            <a:srgbClr val="F0EF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3063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Safe by design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81344" y="3063240"/>
            <a:ext cx="2651760" cy="731520"/>
          </a:xfrm>
          <a:prstGeom prst="roundRect">
            <a:avLst>
              <a:gd name="adj" fmla="val 50000"/>
            </a:avLst>
          </a:prstGeom>
          <a:solidFill>
            <a:srgbClr val="F0EF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063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Truly Agentic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97696" y="3063240"/>
            <a:ext cx="2651760" cy="731520"/>
          </a:xfrm>
          <a:prstGeom prst="roundRect">
            <a:avLst>
              <a:gd name="adj" fmla="val 50000"/>
            </a:avLst>
          </a:prstGeom>
          <a:solidFill>
            <a:srgbClr val="F0EF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97696" y="3063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Live &amp; deployed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1615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06240"/>
            <a:ext cx="10149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"KIDO is not just a project — it is a deployable EdTech product built to make safe, intelligent learning accessible to every child."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 · CSC-4101 Artificial Intelligence · SZABIST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6C63FF">
              <a:alpha val="40000"/>
            </a:srgbClr>
          </a:solidFill>
          <a:ln/>
        </p:spPr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28016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kido-orcin.vercel.app   ·   github.com/FarhanRajputFelix/KIDO</a:t>
            </a:r>
            <a:endParaRPr lang="en-US" sz="13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SZABIST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Team KIDO</dc:creator>
  <cp:lastModifiedBy>Team KIDO</cp:lastModifiedBy>
  <cp:revision>1</cp:revision>
  <dcterms:created xsi:type="dcterms:W3CDTF">2026-06-09T18:20:45Z</dcterms:created>
  <dcterms:modified xsi:type="dcterms:W3CDTF">2026-06-09T18:20:45Z</dcterms:modified>
</cp:coreProperties>
</file>